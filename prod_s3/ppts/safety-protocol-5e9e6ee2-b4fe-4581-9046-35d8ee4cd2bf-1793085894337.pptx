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E2130"/>
                </a:solidFill>
              </a:rPr>
              <a:t>Safety Protocol: Influenza (H1N1)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Generated safety protocol — grounded in PubMed research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4FE0"/>
                </a:solidFill>
              </a:rPr>
              <a:t>10 source paper(s) cited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4FE0"/>
                </a:solidFill>
              </a:rPr>
              <a:t>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130"/>
                </a:solidFill>
              </a:rPr>
              <a:t>Pregnant women are at high risk for complications from the 2009 H1N1 influenza virus [PMID: 20579645].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4FE0"/>
                </a:solidFill>
              </a:rPr>
              <a:t>Prevention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130"/>
                </a:solidFill>
              </a:rPr>
              <a:t>Vaccination is recommended for all pregnant women and those attempting conception [PMID: 20579645].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4FE0"/>
                </a:solidFill>
              </a:rPr>
              <a:t>Clinical Management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130"/>
                </a:solidFill>
              </a:rPr>
              <a:t>Adverse reactions to the H1N1 vaccine in pregnant women are mild and resolve without treatment [PMID: 20832495].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4FE0"/>
                </a:solidFill>
              </a:rPr>
              <a:t>Risk Groups &amp; Precautions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130"/>
                </a:solidFill>
              </a:rPr>
              <a:t>Pregnant women should consider delaying conception until after receiving the H1N1 vaccine [PMID: 20579645].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4FE0"/>
                </a:solidFill>
              </a:rPr>
              <a:t>Key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130"/>
                </a:solidFill>
              </a:rPr>
              <a:t>Vaccination is crucial for preventing complications in pregnant women [PMID: 20579645].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130"/>
                </a:solidFill>
              </a:rPr>
              <a:t>Adverse reactions to the H1N1 vaccine are generally mild [PMID: 20832495].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4FE0"/>
                </a:solidFill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</a:rPr>
              <a:t>[PMID: 28127882] Prevention and treatment of influenza illness: A seasonal challenge for transplant patients. — Allen U, Green M. Pediatric transplantation. 2017  (https://pubmed.ncbi.nlm.nih.gov/28127882/)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</a:rPr>
              <a:t>[PMID: 19811966] [From safety to prevention: A(H1N1) influenza, a new challenge for intensivists]. — Rodríguez A, Lisboa T, Díaz E, Rello J, León C. Medicina intensiva. 2009  (https://pubmed.ncbi.nlm.nih.gov/19811966/)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</a:rPr>
              <a:t>[PMID: 21658549] Infectious disease. — Jaworski CA, Donohue B, Kluetz J. Clinics in sports medicine. 2011  (https://pubmed.ncbi.nlm.nih.gov/21658549/)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</a:rPr>
              <a:t>[PMID: 20579645] 2009 H1N1 influenza prevention and treatment: counseling infertility patients. — Alford CE, Chen GL, Armstrong AY. Fertility and sterility. 2010  (https://pubmed.ncbi.nlm.nih.gov/20579645/)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</a:rPr>
              <a:t>[PMID: 33222073] Recent progresses in marine microbial-derived antiviral natural products. — Teng YF, Xu L, Wei MY, Wang CY, Gu YC, Shao CL. Archives of pharmacal research. 2021  (https://pubmed.ncbi.nlm.nih.gov/33222073/)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</a:rPr>
              <a:t>[PMID: 20102117] A new Occupational Safety and Health Administration directive regarding H1N1 influenza in the workplace. — Litchfield SM. AAOHN journal : official journal of the American Association of Occupational Health Nurses. 2010  (https://pubmed.ncbi.nlm.nih.gov/20102117/)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</a:rPr>
              <a:t>[PMID: 20832495] Adverse reaction of influenza A (H1N1) 2009 virus vaccination in pregnant women and its effect on newborns. — Lim SH, Lee JH, Kim BC, Jung SU, Park YB, Lee CS. Vaccine. 2011  (https://pubmed.ncbi.nlm.nih.gov/20832495/)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</a:rPr>
              <a:t>[PMID: 19926029] Vaccine safety: informing the misinformed. — Unknown authors. The Lancet. Infectious diseases. 2009  (https://pubmed.ncbi.nlm.nih.gov/19926029/)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</a:rPr>
              <a:t>[PMID: 32835320] From PREDICT to prevention, one pandemic later. — Carlson CJ. The Lancet. Microbe. 2022  (https://pubmed.ncbi.nlm.nih.gov/32835320/)</a:t>
            </a:r>
            <a:endParaRPr lang="en-US" sz="120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00" dirty="0">
                <a:solidFill>
                  <a:srgbClr val="1E2130"/>
                </a:solidFill>
              </a:rPr>
              <a:t>[PMID: 19528139] Safety of neuraminidase inhibitors against novel influenza A (H1N1) in pregnant and breastfeeding women. — Tanaka T, Nakajima K, Murashima A, Garcia-Bournissen F, Koren G, Ito S. CMAJ : Canadian Medical Association journal = journal de l'Association medicale canadienne. 2009  (https://pubmed.ncbi.nlm.nih.gov/19528139/)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 Protocol: Influenza (H1N1)</dc:title>
  <dc:subject>PptxGenJS Presentation</dc:subject>
  <dc:creator>Medical Video POC</dc:creator>
  <cp:lastModifiedBy>Medical Video POC</cp:lastModifiedBy>
  <cp:revision>1</cp:revision>
  <dcterms:created xsi:type="dcterms:W3CDTF">2026-10-27T07:24:54Z</dcterms:created>
  <dcterms:modified xsi:type="dcterms:W3CDTF">2026-10-27T07:24:54Z</dcterms:modified>
</cp:coreProperties>
</file>